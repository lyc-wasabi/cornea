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2d08a4a27413c" /><Relationship Type="http://schemas.openxmlformats.org/officeDocument/2006/relationships/extended-properties" Target="/docProps/app.xml" Id="R1e9d2d52fed34081" /><Relationship Type="http://schemas.openxmlformats.org/officeDocument/2006/relationships/officeDocument" Target="/ppt/presentation.xml" Id="Rd88be45c3a64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4d0c54e3b74241"/>
  </p:sldMasterIdLst>
  <p:notesMasterIdLst>
    <p:notesMasterId xmlns:r="http://schemas.openxmlformats.org/officeDocument/2006/relationships" r:id="R2eb71e65200b4233"/>
  </p:notesMasterIdLst>
  <p:sldIdLst>
    <p:sldId xmlns:r="http://schemas.openxmlformats.org/officeDocument/2006/relationships" id="256" r:id="Ra6926e944efb4e5b"/>
    <p:sldId xmlns:r="http://schemas.openxmlformats.org/officeDocument/2006/relationships" id="257" r:id="R43ae00cde51043e7"/>
    <p:sldId xmlns:r="http://schemas.openxmlformats.org/officeDocument/2006/relationships" id="258" r:id="R7c1cb05db1fa4f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d0c54e3b74241" /><Relationship Type="http://schemas.openxmlformats.org/officeDocument/2006/relationships/theme" Target="/ppt/theme/theme1.xml" Id="R6a8d5e5e69b24fc1" /><Relationship Type="http://schemas.openxmlformats.org/officeDocument/2006/relationships/notesMaster" Target="/ppt/notesMasters/notesMaster1.xml" Id="R2eb71e65200b4233" /><Relationship Type="http://schemas.openxmlformats.org/officeDocument/2006/relationships/presProps" Target="/ppt/presProps.xml" Id="R9b890bac380542ed" /><Relationship Type="http://schemas.openxmlformats.org/officeDocument/2006/relationships/viewProps" Target="/ppt/viewProps.xml" Id="R91af7677d8d442e4" /><Relationship Type="http://schemas.openxmlformats.org/officeDocument/2006/relationships/tableStyles" Target="/ppt/tableStyles.xml" Id="Rac6bd6d3e9b84550" /><Relationship Type="http://schemas.openxmlformats.org/officeDocument/2006/relationships/slide" Target="/ppt/slides/slide1.xml" Id="Ra6926e944efb4e5b" /><Relationship Type="http://schemas.openxmlformats.org/officeDocument/2006/relationships/slide" Target="/ppt/slides/slide2.xml" Id="R43ae00cde51043e7" /><Relationship Type="http://schemas.openxmlformats.org/officeDocument/2006/relationships/slide" Target="/ppt/slides/slide3.xml" Id="R7c1cb05db1fa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d9dfd6aefc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97cb1d91441da" /><Relationship Type="http://schemas.openxmlformats.org/officeDocument/2006/relationships/notesMaster" Target="/ppt/notesMasters/notesMaster1.xml" Id="Rfcf60d012f4c4d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ea466c2bd74028" /><Relationship Type="http://schemas.openxmlformats.org/officeDocument/2006/relationships/notesMaster" Target="/ppt/notesMasters/notesMaster1.xml" Id="R4e04962d0ee745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4605f2ca5b45d8" /><Relationship Type="http://schemas.openxmlformats.org/officeDocument/2006/relationships/notesMaster" Target="/ppt/notesMasters/notesMaster1.xml" Id="R3b16388dc234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f60364b9d4a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19bafcd2cf4d47" /><Relationship Type="http://schemas.openxmlformats.org/officeDocument/2006/relationships/slideLayout" Target="/ppt/slideLayouts/slideLayout2.xml" Id="R9095f4a5a551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5f4a5a551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1b9d3531374edd" /><Relationship Type="http://schemas.openxmlformats.org/officeDocument/2006/relationships/image" Target="/ppt/media/image.png" Id="R37b485504fca4c87" /><Relationship Type="http://schemas.openxmlformats.org/officeDocument/2006/relationships/notesSlide" Target="/ppt/notesSlides/notesSlide1.xml" Id="R431bab39d570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66da916b14d4c" /><Relationship Type="http://schemas.openxmlformats.org/officeDocument/2006/relationships/image" Target="/ppt/media/image2.png" Id="Rfd7899ea69554e7f" /><Relationship Type="http://schemas.openxmlformats.org/officeDocument/2006/relationships/image" Target="/ppt/media/image3.png" Id="Rd680dfbe52ac4137" /><Relationship Type="http://schemas.openxmlformats.org/officeDocument/2006/relationships/image" Target="/ppt/media/image4.png" Id="Rf3403965948245dc" /><Relationship Type="http://schemas.openxmlformats.org/officeDocument/2006/relationships/image" Target="/ppt/media/image5.png" Id="R3e5d328faff04320" /><Relationship Type="http://schemas.openxmlformats.org/officeDocument/2006/relationships/notesSlide" Target="/ppt/notesSlides/notesSlide2.xml" Id="Rb765432625ff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9525d7d53e4971" /><Relationship Type="http://schemas.openxmlformats.org/officeDocument/2006/relationships/image" Target="/ppt/media/image6.png" Id="Rc24cc191fbb34b29" /><Relationship Type="http://schemas.openxmlformats.org/officeDocument/2006/relationships/image" Target="/ppt/media/image7.png" Id="Rb09515448b4f4abd" /><Relationship Type="http://schemas.openxmlformats.org/officeDocument/2006/relationships/notesSlide" Target="/ppt/notesSlides/notesSlide3.xml" Id="Ra420885a2452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59AAE-9F98-4D56-A23F-16AC2D1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角膜-眼睑动态混合润滑刮擦模型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A2A51-CB01-4E8D-BDBD-0EC23AA4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10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FA0E8-5435-4CBF-AA29-0AD1C69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B6D9A-819F-4E58-A4E4-FFEBCA6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561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模型视图：角膜与 lid wiper 位移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A40A-12B5-44EE-89D1-C3EB72E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61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COMSOL Results: pg_solid_disp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895AE-EB13-4B52-B390-F7C03B75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485504fca4c87"/>
          <a:stretch xmlns:a="http://schemas.openxmlformats.org/drawingml/2006/main"/>
        </p:blipFill>
        <p:spPr>
          <a:xfrm xmlns:a="http://schemas.openxmlformats.org/drawingml/2006/main">
            <a:off x="1273175" y="1847850"/>
            <a:ext cx="4978400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6E35F-515C-4974-9936-23DFC528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6FC15-BC36-4CC6-87D7-F08DCC49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35B94-2BA5-4C66-BF34-12E7BD1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AFD39-665E-4F1C-A201-38FCDDD5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383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3D 实体球冠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D573B-5165-475F-81B5-84C08E2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5F7FD-F222-42DC-B799-80D2604C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66925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Lid wiper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94AA4-DC3F-4F19-85D0-FE99E89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柔性弧形实体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6EB7E-6FCA-4850-A162-82C920D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1D8EB-9430-465B-BCDE-04BBEE6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接触面尺寸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E3DC-1C28-47BF-B4CC-0A201C5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弧长 8 mm，宽 1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901D6-9782-417C-A48F-EA869F2F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670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2E3F3-140C-474A-9CF1-D9906C3B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角膜后表面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47621-1BDE-4CF0-ACAA-D58C8773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 mmHg + 弹性基础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26EEF-F444-4CD2-9267-0EED6C5A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588DD-D89A-4D51-958E-09FF17C3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运动范围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F0A17-DBEE-49C1-B95D-714A7DDD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-35° → +35°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DD5F1-7339-4EFE-AF02-D329A4E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24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7D76D-1419-4DDE-9EC6-4EEA9B98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动态时长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8C4B9-E5A5-4ACD-91F4-6ECF1226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814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0.53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36313-A219-4909-8290-BE4409B8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88D09-0EE0-43BA-A25C-B5EA606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目标法向载荷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DF123-5455-457A-92FB-75772AF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0.030 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09630-1F15-4553-A651-8DA36D1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815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2F3C2-9DB3-4704-AF70-565A466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38675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基准液膜厚度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5766AF-AA52-4096-AAAC-995D6B2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386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h₀,tear = 3 μm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B3858E-B7ED-4FC0-BB35-A3ECEEBB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10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67DE95-F449-4484-A1EC-1787BC45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149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刮擦头作为完整柔体绕角膜球心连续转动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A2BAA1-D621-4833-86E5-7939700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37EB5-8C84-4FC6-A024-66E2400D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197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液膜与角膜接触共同承担法向载荷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E972F-296E-452F-9789-B97879CF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72EA1-A131-44D0-8701-D9BBA8E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148_lid8mm_stage62_h3um_full_partitioned_feedback_results.mph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9258E-DFDF-4884-A9FF-F8F844B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896588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B46EB-7222-449E-87E3-1B3F7B9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局部接触区的膜厚、gap 与压力分布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4599-0286-442F-9292-BB593A1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10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E226F-8C31-4A5B-A285-906D2EB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E735E-55CF-42EA-8F9E-5971578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角膜前表面接触压力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93BB7-64F0-47A7-8A44-4CCA5AD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523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Contact pressure: solid.Tn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B528F-CFD3-4EA9-8A14-0D623CBF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5238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899ea69554e7f"/>
          <a:stretch xmlns:a="http://schemas.openxmlformats.org/drawingml/2006/main"/>
        </p:blipFill>
        <p:spPr>
          <a:xfrm xmlns:a="http://schemas.openxmlformats.org/drawingml/2006/main">
            <a:off x="2085975" y="1676400"/>
            <a:ext cx="2362200" cy="1771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54F9-F0A2-45F3-B537-07C87C8D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430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液膜压力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AB27C-7E7E-4304-8646-DC453B3C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62075"/>
            <a:ext cx="523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Tear-film pressure: pfilm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C47E-B1D8-4DEE-B58E-4F975AB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0200"/>
            <a:ext cx="5238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0dfbe52ac4137"/>
          <a:stretch xmlns:a="http://schemas.openxmlformats.org/drawingml/2006/main"/>
        </p:blipFill>
        <p:spPr>
          <a:xfrm xmlns:a="http://schemas.openxmlformats.org/drawingml/2006/main">
            <a:off x="7743825" y="1676400"/>
            <a:ext cx="2362200" cy="1771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56716-DE50-4A47-AAC2-E595DBD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液膜厚度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63A9D-4058-4FB7-A52B-EEE2DBD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523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Film thickness: h_film_input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9647F-AF50-44E0-8CA4-921ABA5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238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3965948245dc"/>
          <a:stretch xmlns:a="http://schemas.openxmlformats.org/drawingml/2006/main"/>
        </p:blipFill>
        <p:spPr>
          <a:xfrm xmlns:a="http://schemas.openxmlformats.org/drawingml/2006/main">
            <a:off x="2085975" y="4248150"/>
            <a:ext cx="2362200" cy="1771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33C2B-41F5-4A14-9ECE-93F019A4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几何间隙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6B06-0693-4015-87CC-9868FEC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523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Gap distance: gap_replay_tear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8D1DB-88FC-41A4-8A9E-20BAEC47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5238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d328faff04320"/>
          <a:stretch xmlns:a="http://schemas.openxmlformats.org/drawingml/2006/main"/>
        </p:blipFill>
        <p:spPr>
          <a:xfrm xmlns:a="http://schemas.openxmlformats.org/drawingml/2006/main">
            <a:off x="7743825" y="4248150"/>
            <a:ext cx="2362200" cy="1771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62AE4-09E3-4A18-A9F1-AE255AB0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A22AF-8957-4F19-A236-1B1707C4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148_lid8mm_stage62_h3um_full_partitioned_feedback_results.mph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0CED0-E183-4296-9A11-02C8C13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994659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93603-F094-4CA4-9B8C-43CE5A2C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完整膜压反馈收敛，并保持约 0.03 N 总法向载荷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2FF72-52DC-4DD6-A239-6F798D84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10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46CCC-9AF3-4AB5-BECF-C45ED1C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26DC0-B45D-497B-94F2-36BCFCE3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液膜与角膜接触的载荷共享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F3389-6E6E-4A7B-A430-AB75B13F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514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Normal-load sharing over t_replay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B643B-90DA-4E25-BC93-03A1CBC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cc191fbb34b29"/>
          <a:stretch xmlns:a="http://schemas.openxmlformats.org/drawingml/2006/main"/>
        </p:blipFill>
        <p:spPr>
          <a:xfrm xmlns:a="http://schemas.openxmlformats.org/drawingml/2006/main">
            <a:off x="1422400" y="1714500"/>
            <a:ext cx="363220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09363-03C5-4C8F-81E2-37526AE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239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摩擦力与表观摩擦系数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83DE8-383C-4942-9182-A6278527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514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Friction force and apparent coefficient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49864-8BFB-4242-94B3-2130511F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515448b4f4abd"/>
          <a:stretch xmlns:a="http://schemas.openxmlformats.org/drawingml/2006/main"/>
        </p:blipFill>
        <p:spPr>
          <a:xfrm xmlns:a="http://schemas.openxmlformats.org/drawingml/2006/main">
            <a:off x="7137400" y="1714500"/>
            <a:ext cx="3632200" cy="2724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231E8-8ABE-4B96-86BF-5F619CB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D97A3-C821-4CB0-ACE7-60C88DEE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液膜承载峰值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BCFEE-5A9E-48F8-9832-7700B776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0.030704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6378C-2D66-46A7-A3AA-45CF249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液膜剪切力峰值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11CA5-1A5C-43A4-941F-D820D96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67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0.002178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5D691-D31F-4C23-9EDC-4769F3A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总摩擦力峰值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9FC05-2460-482D-BDE9-C9EAA26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0.002330 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DD31C-275A-4828-B4DD-2767745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006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表观摩擦系数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5E36B-D399-4720-994C-384C3D0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0.0200 – 0.07767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D7699-9556-44BC-AB4A-6705461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904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总法向载荷范围：0.030000 – 0.030704 N；峰值相对目标偏差约 2.35%。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9D5C2-9521-4E22-A5AE-36F17AF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27B6D-992B-485E-B126-F8315455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148_lid8mm_stage62_h3um_full_partitioned_feedback_results.mph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0DFAC-49FA-4C61-8F42-4FBA9C80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949473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2026-06-01T17:08:59.5490000Z</dcterms:created>
  <dcterms:modified xsi:type="dcterms:W3CDTF">2026-06-01T17:08:59.5490000Z</dcterms:modified>
</coreProperties>
</file>